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测试函数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3200400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18288" cy="164592"/>
          </a:xfrm>
          <a:prstGeom prst="rect">
            <a:avLst>
              <a:gd name="adj" fmla="val 150000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" cy="164592"/>
          </a:xfrm>
          <a:prstGeom prst="rect">
            <a:avLst>
              <a:gd name="adj" fmla="val 1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6118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零失败, 零跳过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20640" y="38404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 Renode 固件在环实测, 非仅跳过的桩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rim5432</dc:creator>
  <cp:lastModifiedBy>rim5432</cp:lastModifiedBy>
  <cp:revision>1</cp:revision>
  <dcterms:created xsi:type="dcterms:W3CDTF">2026-10-10T14:11:55Z</dcterms:created>
  <dcterms:modified xsi:type="dcterms:W3CDTF">2026-10-10T14:11:55Z</dcterms:modified>
</cp:coreProperties>
</file>