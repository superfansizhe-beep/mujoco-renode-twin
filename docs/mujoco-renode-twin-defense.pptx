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赛题要求: 小车行驶场地与四项任务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孪生不是自娱自乐的靶场 -- 它逐条复现考题, 并按同一套判分标准打分</a:t>
            </a:r>
            <a:endParaRPr lang="en-US" sz="1200" dirty="0"/>
          </a:p>
        </p:txBody>
      </p:sp>
      <p:pic>
        <p:nvPicPr>
          <p:cNvPr id="4" name="Image 0" descr="2024 H sheet smart-car exam: field layout and four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310128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70432"/>
            <a:ext cx="3310128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2452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赛题原图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023360" y="1170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四项任务 (与仿真一一对应)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23360" y="1517904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1517904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0" name="Text 7"/>
          <p:cNvSpPr/>
          <p:nvPr/>
        </p:nvSpPr>
        <p:spPr>
          <a:xfrm>
            <a:off x="4187952" y="15910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74920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直线行驶并停车, 声光提示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74920" y="18470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15 秒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23360" y="2231136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23360" y="2231136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2"/>
          <p:cNvSpPr/>
          <p:nvPr/>
        </p:nvSpPr>
        <p:spPr>
          <a:xfrm>
            <a:off x="4187952" y="2304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74920" y="2304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-&gt; C -&gt; D -&gt; A, 每经一点提示一次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560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30 秒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023360" y="2944368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23360" y="2944368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0" name="Text 17"/>
          <p:cNvSpPr/>
          <p:nvPr/>
        </p:nvSpPr>
        <p:spPr>
          <a:xfrm>
            <a:off x="4187952" y="30175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30175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C -&gt; B -&gt; D -&gt; A, 每经一点提示一次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74920" y="327355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40 秒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23360" y="3657600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24" name="Shape 21"/>
          <p:cNvSpPr/>
          <p:nvPr/>
        </p:nvSpPr>
        <p:spPr>
          <a:xfrm>
            <a:off x="4023360" y="3657600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2"/>
          <p:cNvSpPr/>
          <p:nvPr/>
        </p:nvSpPr>
        <p:spPr>
          <a:xfrm>
            <a:off x="4187952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74920" y="37307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 3 路线连跑 4 圈, 用时越少越好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74920" y="398678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4370832"/>
            <a:ext cx="4297680" cy="548640"/>
          </a:xfrm>
          <a:prstGeom prst="rect">
            <a:avLst>
              <a:gd name="adj" fmla="val 11667"/>
            </a:avLst>
          </a:prstGeom>
          <a:solidFill>
            <a:srgbClr val="023047"/>
          </a:solidFill>
          <a:ln/>
        </p:spPr>
      </p:sp>
      <p:sp>
        <p:nvSpPr>
          <p:cNvPr id="29" name="Text 26"/>
          <p:cNvSpPr/>
          <p:nvPr/>
        </p:nvSpPr>
        <p:spPr>
          <a:xfrm>
            <a:off x="4187952" y="437083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 220 x 120 cm, 半径 40 cm 半弧; 尺寸直接来自题图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236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个测试用例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163824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128016" cy="164592"/>
          </a:xfrm>
          <a:prstGeom prst="rect">
            <a:avLst>
              <a:gd name="adj" fmla="val 21429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5935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 · 227 项通过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38221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收集 236 例(含 subtests 展开); 9 项跳过为可选外部依赖(GrabCAD 登录下载等)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2026-10-10T15:01:31Z</dcterms:created>
  <dcterms:modified xsi:type="dcterms:W3CDTF">2026-10-10T15:01:31Z</dcterms:modified>
</cp:coreProperties>
</file>