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20040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86868" cy="164592"/>
          </a:xfrm>
          <a:prstGeom prst="rect">
            <a:avLst>
              <a:gd name="adj" fmla="val 31579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5935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 · 221 项通过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22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收集 227 例(另含 45 个 subtests); 6 项跳过为可选外部依赖(GrabCAD 电机模型, 需登录下载)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2026-10-11T03:46:42Z</dcterms:created>
  <dcterms:modified xsi:type="dcterms:W3CDTF">2026-10-11T03:46:42Z</dcterms:modified>
</cp:coreProperties>
</file>