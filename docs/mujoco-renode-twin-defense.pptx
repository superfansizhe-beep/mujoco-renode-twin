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测试函数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20040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1874520" cy="164592"/>
          </a:xfrm>
          <a:prstGeom prst="rect">
            <a:avLst>
              <a:gd name="adj" fmla="val 16667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0" cy="164592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6118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个失败均为环境限制, 不是缺陷: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0" y="3767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个需 portable Renode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个是 macOS 只解析 PE 镜像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2026-10-10T07:29:23Z</dcterms:created>
  <dcterms:modified xsi:type="dcterms:W3CDTF">2026-10-10T07:29:23Z</dcterms:modified>
</cp:coreProperties>
</file>